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2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21" d="100"/>
          <a:sy n="121" d="100"/>
        </p:scale>
        <p:origin x="-304" y="776"/>
      </p:cViewPr>
      <p:guideLst>
        <p:guide orient="horz" pos="256"/>
        <p:guide pos="2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74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  <p:sldLayoutId id="214748365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shopping mall do you go to?</a:t>
            </a:r>
          </a:p>
          <a:p>
            <a:r>
              <a:rPr lang="en-US" dirty="0"/>
              <a:t>What shops are inside?</a:t>
            </a:r>
          </a:p>
          <a:p>
            <a:r>
              <a:rPr lang="en-US" dirty="0"/>
              <a:t>Are there plants or places to sit?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describe places in the city.</a:t>
            </a:r>
          </a:p>
          <a:p>
            <a:r>
              <a:rPr lang="en-US" dirty="0"/>
              <a:t>I can describe buildings.</a:t>
            </a:r>
          </a:p>
          <a:p>
            <a:r>
              <a:rPr lang="en-US" dirty="0"/>
              <a:t>I can ask and say where places are.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Shopping malls can be interesting and exciting places. Let’s go to one!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44" r="-6944"/>
          <a:stretch>
            <a:fillRect/>
          </a:stretch>
        </p:blipFill>
        <p:spPr>
          <a:xfrm>
            <a:off x="1415528" y="3726572"/>
            <a:ext cx="3916544" cy="2292611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20609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The Tall Glass Building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417" r="-35417"/>
          <a:stretch>
            <a:fillRect/>
          </a:stretch>
        </p:blipFill>
        <p:spPr>
          <a:xfrm>
            <a:off x="1468042" y="2163410"/>
            <a:ext cx="3942106" cy="2307574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b="1" dirty="0" smtClean="0"/>
              <a:t>John</a:t>
            </a:r>
            <a:r>
              <a:rPr lang="en-GB" dirty="0" smtClean="0"/>
              <a:t>:         There’s </a:t>
            </a:r>
            <a:r>
              <a:rPr lang="en-GB" dirty="0"/>
              <a:t>a food shop over there. It’s in that concrete building across </a:t>
            </a:r>
            <a:r>
              <a:rPr lang="en-GB" dirty="0" smtClean="0"/>
              <a:t>the</a:t>
            </a:r>
          </a:p>
          <a:p>
            <a:r>
              <a:rPr lang="en-GB" dirty="0"/>
              <a:t> </a:t>
            </a:r>
            <a:r>
              <a:rPr lang="en-GB" dirty="0" smtClean="0"/>
              <a:t>                 street</a:t>
            </a:r>
            <a:r>
              <a:rPr lang="en-GB" dirty="0"/>
              <a:t>. 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Is </a:t>
            </a:r>
            <a:r>
              <a:rPr lang="en-GB" dirty="0"/>
              <a:t>it in the shopping </a:t>
            </a:r>
            <a:r>
              <a:rPr lang="en-GB" dirty="0" err="1"/>
              <a:t>center</a:t>
            </a:r>
            <a:r>
              <a:rPr lang="en-GB" dirty="0"/>
              <a:t>? 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The </a:t>
            </a:r>
            <a:r>
              <a:rPr lang="en-GB" dirty="0"/>
              <a:t>shop is here.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Is </a:t>
            </a:r>
            <a:r>
              <a:rPr lang="en-GB" dirty="0"/>
              <a:t>there a juice bar down there? I want a kiwi and lemon drink first! 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There’s </a:t>
            </a:r>
            <a:r>
              <a:rPr lang="en-GB" dirty="0"/>
              <a:t>a lot of space in here. I like the plants and small trees. 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The </a:t>
            </a:r>
            <a:r>
              <a:rPr lang="en-GB" dirty="0"/>
              <a:t>shops are so modern. They’re all steel and glass.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Stop </a:t>
            </a:r>
            <a:r>
              <a:rPr lang="en-GB" dirty="0"/>
              <a:t>at the bar and get your juice. Sit and drink it. We can leave later.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Yes</a:t>
            </a:r>
            <a:r>
              <a:rPr lang="en-GB" dirty="0"/>
              <a:t>! I love it here! Sit next to me and relax!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Look </a:t>
            </a:r>
            <a:r>
              <a:rPr lang="en-GB" dirty="0"/>
              <a:t>up. There are </a:t>
            </a:r>
            <a:r>
              <a:rPr lang="en-GB" dirty="0" err="1"/>
              <a:t>colored</a:t>
            </a:r>
            <a:r>
              <a:rPr lang="en-GB" dirty="0"/>
              <a:t> glass windows in the ceiling!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Wow</a:t>
            </a:r>
            <a:r>
              <a:rPr lang="en-GB" dirty="0"/>
              <a:t>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Instructions: Read the dialogue aloud. 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dirty="0"/>
              <a:t>John and Sally step </a:t>
            </a:r>
            <a:r>
              <a:rPr lang="en-GB" b="1" dirty="0" smtClean="0"/>
              <a:t>into* </a:t>
            </a:r>
            <a:r>
              <a:rPr lang="en-GB" b="1" dirty="0"/>
              <a:t>a modern shopping mall.</a:t>
            </a:r>
          </a:p>
          <a:p>
            <a:endParaRPr lang="en-GB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297274" y="936530"/>
            <a:ext cx="21037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*“</a:t>
            </a:r>
            <a:r>
              <a:rPr lang="en-GB" sz="1000" dirty="0"/>
              <a:t>Step into</a:t>
            </a:r>
            <a:r>
              <a:rPr lang="en-GB" sz="1000" dirty="0" smtClean="0"/>
              <a:t>” means </a:t>
            </a:r>
            <a:r>
              <a:rPr lang="en-GB" sz="1000" dirty="0"/>
              <a:t>to walk through the entrance or go inside.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620609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The Tall Glass Building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26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Instructions: Find the words in the word search below.</a:t>
            </a: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smtClean="0"/>
              <a:t>The tall glass building!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Instructions: Choose the correct answer to complete the sentence.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What does the shopping center look like? </a:t>
            </a:r>
            <a:endParaRPr lang="en-US" dirty="0" smtClean="0"/>
          </a:p>
          <a:p>
            <a:r>
              <a:rPr lang="en-US" sz="1000" dirty="0"/>
              <a:t> </a:t>
            </a:r>
            <a:r>
              <a:rPr lang="en-US" sz="1000" dirty="0" smtClean="0"/>
              <a:t>               The </a:t>
            </a:r>
            <a:r>
              <a:rPr lang="en-US" sz="1000" dirty="0"/>
              <a:t>question “What does it look like”?   asks a person to describe a place.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20609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The Tall Glass Building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38427" y="6077708"/>
            <a:ext cx="49104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1. Sally </a:t>
            </a:r>
            <a:r>
              <a:rPr lang="en-US" sz="1000" dirty="0"/>
              <a:t>says...</a:t>
            </a:r>
          </a:p>
          <a:p>
            <a:r>
              <a:rPr lang="en-US" sz="1000" dirty="0" smtClean="0"/>
              <a:t>    They’re </a:t>
            </a:r>
            <a:r>
              <a:rPr lang="en-US" sz="1000" dirty="0"/>
              <a:t>all steel/seal and glass.</a:t>
            </a:r>
          </a:p>
          <a:p>
            <a:r>
              <a:rPr lang="en-US" sz="1000" dirty="0" smtClean="0"/>
              <a:t>    The </a:t>
            </a:r>
            <a:r>
              <a:rPr lang="en-US" sz="1000" dirty="0"/>
              <a:t>shops are so modem/modern.</a:t>
            </a:r>
          </a:p>
          <a:p>
            <a:endParaRPr lang="en-US" sz="1000" dirty="0"/>
          </a:p>
          <a:p>
            <a:r>
              <a:rPr lang="en-US" sz="1000" dirty="0" smtClean="0"/>
              <a:t>2. John </a:t>
            </a:r>
            <a:r>
              <a:rPr lang="en-US" sz="1000" dirty="0"/>
              <a:t>says...</a:t>
            </a:r>
          </a:p>
          <a:p>
            <a:r>
              <a:rPr lang="en-US" sz="1000" dirty="0" smtClean="0"/>
              <a:t>     There </a:t>
            </a:r>
            <a:r>
              <a:rPr lang="en-US" sz="1000" dirty="0"/>
              <a:t>are colored glass windows on the sealing/ in the ceiling!</a:t>
            </a:r>
          </a:p>
          <a:p>
            <a:r>
              <a:rPr lang="en-US" sz="1000" dirty="0" smtClean="0"/>
              <a:t>     There’s </a:t>
            </a:r>
            <a:r>
              <a:rPr lang="en-US" sz="1000" dirty="0"/>
              <a:t>a lot of spice/space in here.</a:t>
            </a:r>
          </a:p>
          <a:p>
            <a:r>
              <a:rPr lang="en-US" sz="1000" dirty="0" smtClean="0"/>
              <a:t>     I </a:t>
            </a:r>
            <a:r>
              <a:rPr lang="en-US" sz="1000" dirty="0"/>
              <a:t>like the plants around/ground the escalators.</a:t>
            </a:r>
          </a:p>
        </p:txBody>
      </p:sp>
      <p:pic>
        <p:nvPicPr>
          <p:cNvPr id="12" name="Picture 11" descr="Screen Shot 2015-07-22 at 12.34.49 P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29" y="2282883"/>
            <a:ext cx="2676548" cy="2167109"/>
          </a:xfrm>
          <a:prstGeom prst="rect">
            <a:avLst/>
          </a:prstGeom>
        </p:spPr>
      </p:pic>
      <p:pic>
        <p:nvPicPr>
          <p:cNvPr id="14" name="Picture 13" descr="Screen Shot 2015-07-22 at 12.34.57 PM.png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605" y="2351740"/>
            <a:ext cx="1579342" cy="19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9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537199"/>
            <a:ext cx="2882900" cy="3391911"/>
          </a:xfrm>
        </p:spPr>
        <p:txBody>
          <a:bodyPr/>
          <a:lstStyle/>
          <a:p>
            <a:r>
              <a:rPr lang="en-US" b="1" dirty="0"/>
              <a:t>down</a:t>
            </a:r>
            <a:r>
              <a:rPr lang="en-US" dirty="0"/>
              <a:t> (preposition</a:t>
            </a:r>
            <a:r>
              <a:rPr lang="en-US" dirty="0" smtClean="0"/>
              <a:t>): along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bank is down this street.</a:t>
            </a:r>
          </a:p>
          <a:p>
            <a:r>
              <a:rPr lang="en-US" b="1" dirty="0" smtClean="0"/>
              <a:t>juice </a:t>
            </a:r>
            <a:r>
              <a:rPr lang="en-US" b="1" dirty="0"/>
              <a:t>bar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place to buy fruit </a:t>
            </a:r>
            <a:r>
              <a:rPr lang="en-US" dirty="0" smtClean="0"/>
              <a:t>drinks</a:t>
            </a:r>
            <a:br>
              <a:rPr lang="en-US" dirty="0" smtClean="0"/>
            </a:br>
            <a:r>
              <a:rPr lang="en-US" dirty="0" smtClean="0"/>
              <a:t>e.g. I </a:t>
            </a:r>
            <a:r>
              <a:rPr lang="en-US" dirty="0"/>
              <a:t>want a kiwi and lemon drink from the juice bar.</a:t>
            </a:r>
          </a:p>
          <a:p>
            <a:r>
              <a:rPr lang="en-US" b="1" dirty="0" smtClean="0"/>
              <a:t>shopping </a:t>
            </a:r>
            <a:r>
              <a:rPr lang="en-US" b="1" dirty="0"/>
              <a:t>center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group of stores built </a:t>
            </a:r>
            <a:r>
              <a:rPr lang="en-US" dirty="0" smtClean="0"/>
              <a:t>together</a:t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go to the shopping center to shop every week.</a:t>
            </a:r>
          </a:p>
          <a:p>
            <a:r>
              <a:rPr lang="en-US" b="1" dirty="0" smtClean="0"/>
              <a:t>kiwi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green fruit with a fuzzy </a:t>
            </a:r>
            <a:r>
              <a:rPr lang="en-US" dirty="0" smtClean="0"/>
              <a:t>skin</a:t>
            </a:r>
            <a:br>
              <a:rPr lang="en-US" dirty="0" smtClean="0"/>
            </a:br>
            <a:r>
              <a:rPr lang="en-US" dirty="0" smtClean="0"/>
              <a:t>e.g. Kiwis </a:t>
            </a:r>
            <a:r>
              <a:rPr lang="en-US" dirty="0"/>
              <a:t>come from New Zealand.</a:t>
            </a:r>
          </a:p>
          <a:p>
            <a:r>
              <a:rPr lang="en-US" b="1" dirty="0" smtClean="0"/>
              <a:t>space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open area</a:t>
            </a:r>
            <a:br>
              <a:rPr lang="en-US" dirty="0" smtClean="0"/>
            </a:br>
            <a:r>
              <a:rPr lang="en-US" dirty="0" smtClean="0"/>
              <a:t>e.g. There </a:t>
            </a:r>
            <a:r>
              <a:rPr lang="en-US" dirty="0"/>
              <a:t>is a lot of space in this room.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537199"/>
            <a:ext cx="2978150" cy="2711965"/>
          </a:xfrm>
        </p:spPr>
        <p:txBody>
          <a:bodyPr/>
          <a:lstStyle/>
          <a:p>
            <a:r>
              <a:rPr lang="en-US" b="1" dirty="0"/>
              <a:t>steel</a:t>
            </a:r>
            <a:r>
              <a:rPr lang="en-US" dirty="0"/>
              <a:t> (noun</a:t>
            </a:r>
            <a:r>
              <a:rPr lang="en-US" dirty="0" smtClean="0"/>
              <a:t>): a </a:t>
            </a:r>
            <a:r>
              <a:rPr lang="en-US" dirty="0"/>
              <a:t>very strong gray </a:t>
            </a:r>
            <a:r>
              <a:rPr lang="en-US" dirty="0" smtClean="0"/>
              <a:t>metal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building is made of glass and steel.</a:t>
            </a:r>
          </a:p>
          <a:p>
            <a:r>
              <a:rPr lang="en-US" b="1" dirty="0" smtClean="0"/>
              <a:t>plant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small </a:t>
            </a:r>
            <a:r>
              <a:rPr lang="en-US" dirty="0"/>
              <a:t>vegetation you can bring </a:t>
            </a:r>
            <a:r>
              <a:rPr lang="en-US" dirty="0" smtClean="0"/>
              <a:t>inside</a:t>
            </a:r>
            <a:br>
              <a:rPr lang="en-US" dirty="0" smtClean="0"/>
            </a:br>
            <a:r>
              <a:rPr lang="en-US" dirty="0" smtClean="0"/>
              <a:t>e.g. There </a:t>
            </a:r>
            <a:r>
              <a:rPr lang="en-US" dirty="0"/>
              <a:t>are plants in the shopping mall.</a:t>
            </a:r>
          </a:p>
          <a:p>
            <a:r>
              <a:rPr lang="en-US" b="1" dirty="0" smtClean="0"/>
              <a:t>modern</a:t>
            </a:r>
            <a:r>
              <a:rPr lang="en-US" dirty="0" smtClean="0"/>
              <a:t> </a:t>
            </a:r>
            <a:r>
              <a:rPr lang="en-US" dirty="0"/>
              <a:t>(adjective</a:t>
            </a:r>
            <a:r>
              <a:rPr lang="en-US" dirty="0" smtClean="0"/>
              <a:t>): from </a:t>
            </a:r>
            <a:r>
              <a:rPr lang="en-US" dirty="0"/>
              <a:t>now; from the current </a:t>
            </a:r>
            <a:r>
              <a:rPr lang="en-US" dirty="0" smtClean="0"/>
              <a:t>period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bank building is so modern!</a:t>
            </a:r>
          </a:p>
          <a:p>
            <a:r>
              <a:rPr lang="en-US" b="1" dirty="0" smtClean="0"/>
              <a:t>colored</a:t>
            </a:r>
            <a:r>
              <a:rPr lang="en-US" dirty="0" smtClean="0"/>
              <a:t> </a:t>
            </a:r>
            <a:r>
              <a:rPr lang="en-US" dirty="0"/>
              <a:t>(adjective</a:t>
            </a:r>
            <a:r>
              <a:rPr lang="en-US" dirty="0" smtClean="0"/>
              <a:t>): having </a:t>
            </a:r>
            <a:r>
              <a:rPr lang="en-US" dirty="0"/>
              <a:t>many </a:t>
            </a:r>
            <a:r>
              <a:rPr lang="en-US" dirty="0" smtClean="0"/>
              <a:t>colors</a:t>
            </a:r>
            <a:br>
              <a:rPr lang="en-US" dirty="0" smtClean="0"/>
            </a:br>
            <a:r>
              <a:rPr lang="en-US" dirty="0" smtClean="0"/>
              <a:t>e.g. There </a:t>
            </a:r>
            <a:r>
              <a:rPr lang="en-US" dirty="0"/>
              <a:t>are colored windows in the ceiling!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555187"/>
            <a:ext cx="2882900" cy="1138179"/>
          </a:xfrm>
        </p:spPr>
        <p:txBody>
          <a:bodyPr/>
          <a:lstStyle/>
          <a:p>
            <a:r>
              <a:rPr lang="en-US" dirty="0"/>
              <a:t>Talk about what  is there</a:t>
            </a:r>
            <a:r>
              <a:rPr lang="en-US" dirty="0" smtClean="0"/>
              <a:t>.</a:t>
            </a:r>
          </a:p>
          <a:p>
            <a:r>
              <a:rPr lang="en-US" dirty="0"/>
              <a:t>Use adjectives to say what the place looks like</a:t>
            </a:r>
            <a:r>
              <a:rPr lang="en-US" dirty="0" smtClean="0"/>
              <a:t>.</a:t>
            </a:r>
          </a:p>
          <a:p>
            <a:r>
              <a:rPr lang="en-US" dirty="0"/>
              <a:t>Use prepositions to say where things are</a:t>
            </a:r>
            <a:r>
              <a:rPr lang="en-US" dirty="0" smtClean="0"/>
              <a:t>.</a:t>
            </a:r>
          </a:p>
          <a:p>
            <a:r>
              <a:rPr lang="en-US" dirty="0"/>
              <a:t>Read your sentences to a friend or classmate</a:t>
            </a:r>
            <a:r>
              <a:rPr lang="en-US" dirty="0" smtClean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i="1" dirty="0"/>
              <a:t>Let’s describe a place</a:t>
            </a:r>
            <a:r>
              <a:rPr lang="en-US" i="1" dirty="0" smtClean="0"/>
              <a:t>.</a:t>
            </a:r>
            <a:r>
              <a:rPr lang="en-US" sz="1000" i="1" dirty="0"/>
              <a:t> Choose a place you like to visit</a:t>
            </a:r>
            <a:r>
              <a:rPr lang="en-US" sz="1000" i="1" dirty="0" smtClean="0"/>
              <a:t>. </a:t>
            </a:r>
            <a:r>
              <a:rPr lang="en-US" sz="1000" i="1" dirty="0"/>
              <a:t>Complete the </a:t>
            </a:r>
            <a:endParaRPr lang="en-US" sz="1000" i="1" dirty="0" smtClean="0"/>
          </a:p>
          <a:p>
            <a:r>
              <a:rPr lang="en-US" sz="1000" i="1" dirty="0" smtClean="0"/>
              <a:t>following </a:t>
            </a:r>
            <a:r>
              <a:rPr lang="en-US" sz="1000" i="1" dirty="0"/>
              <a:t>steps. Fill in the Self Assessment.</a:t>
            </a:r>
          </a:p>
        </p:txBody>
      </p:sp>
      <p:sp>
        <p:nvSpPr>
          <p:cNvPr id="7" name="Shape 193"/>
          <p:cNvSpPr/>
          <p:nvPr/>
        </p:nvSpPr>
        <p:spPr>
          <a:xfrm>
            <a:off x="5642444" y="2074347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8" name="Shape 194"/>
          <p:cNvSpPr/>
          <p:nvPr/>
        </p:nvSpPr>
        <p:spPr>
          <a:xfrm>
            <a:off x="6064314" y="2080832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9" name="Shape 200"/>
          <p:cNvSpPr/>
          <p:nvPr/>
        </p:nvSpPr>
        <p:spPr>
          <a:xfrm>
            <a:off x="5652093" y="247281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Shape 201"/>
          <p:cNvSpPr/>
          <p:nvPr/>
        </p:nvSpPr>
        <p:spPr>
          <a:xfrm>
            <a:off x="6070677" y="2470843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202"/>
          <p:cNvSpPr/>
          <p:nvPr/>
        </p:nvSpPr>
        <p:spPr>
          <a:xfrm>
            <a:off x="5648809" y="300544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3"/>
          <p:cNvSpPr/>
          <p:nvPr/>
        </p:nvSpPr>
        <p:spPr>
          <a:xfrm>
            <a:off x="6069278" y="300387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4"/>
          <p:cNvSpPr/>
          <p:nvPr/>
        </p:nvSpPr>
        <p:spPr>
          <a:xfrm>
            <a:off x="5649840" y="346863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5"/>
          <p:cNvSpPr/>
          <p:nvPr/>
        </p:nvSpPr>
        <p:spPr>
          <a:xfrm>
            <a:off x="6069279" y="3467097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25"/>
          <p:cNvSpPr/>
          <p:nvPr/>
        </p:nvSpPr>
        <p:spPr>
          <a:xfrm>
            <a:off x="3722912" y="2091804"/>
            <a:ext cx="1751263" cy="2200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algn="l" defTabSz="685800">
              <a:buSzPct val="100000"/>
            </a:pPr>
            <a:endParaRPr 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Verdana"/>
              <a:cs typeface="Verdana"/>
            </a:endParaRPr>
          </a:p>
          <a:p>
            <a:pPr fontAlgn="base"/>
            <a:r>
              <a:rPr lang="en-US" sz="1100" dirty="0"/>
              <a:t>I </a:t>
            </a:r>
            <a:r>
              <a:rPr lang="en-US" sz="1100" dirty="0" smtClean="0"/>
              <a:t>describe a place using adjectives.</a:t>
            </a:r>
            <a:endParaRPr lang="en-US" sz="1100" dirty="0"/>
          </a:p>
          <a:p>
            <a:pPr fontAlgn="base"/>
            <a:endParaRPr lang="en-US" sz="1100" dirty="0"/>
          </a:p>
          <a:p>
            <a:pPr fontAlgn="base"/>
            <a:r>
              <a:rPr lang="en-US" sz="1100" dirty="0"/>
              <a:t>I </a:t>
            </a:r>
            <a:r>
              <a:rPr lang="en-US" sz="1100" dirty="0" smtClean="0"/>
              <a:t>say where places are using prepositions.</a:t>
            </a:r>
          </a:p>
          <a:p>
            <a:pPr fontAlgn="base"/>
            <a:endParaRPr lang="en-US" sz="1100" dirty="0"/>
          </a:p>
          <a:p>
            <a:pPr fontAlgn="base"/>
            <a:r>
              <a:rPr lang="en-US" sz="1100" dirty="0"/>
              <a:t>I write </a:t>
            </a:r>
            <a:r>
              <a:rPr lang="en-US" sz="1100" dirty="0" smtClean="0"/>
              <a:t>20-30 words about a place.</a:t>
            </a:r>
          </a:p>
          <a:p>
            <a:pPr fontAlgn="base"/>
            <a:endParaRPr lang="en-US" sz="1100" dirty="0"/>
          </a:p>
          <a:p>
            <a:pPr fontAlgn="base"/>
            <a:r>
              <a:rPr lang="en-US" sz="1100" dirty="0"/>
              <a:t>I read my sentences aloud</a:t>
            </a:r>
            <a:r>
              <a:rPr lang="en-US" sz="1100" dirty="0" smtClean="0"/>
              <a:t>.</a:t>
            </a:r>
            <a:endParaRPr lang="en-US" sz="1100" dirty="0"/>
          </a:p>
        </p:txBody>
      </p:sp>
      <p:sp>
        <p:nvSpPr>
          <p:cNvPr id="16" name="Rounded Rectangle 6"/>
          <p:cNvSpPr/>
          <p:nvPr/>
        </p:nvSpPr>
        <p:spPr>
          <a:xfrm>
            <a:off x="3578918" y="1922015"/>
            <a:ext cx="2873273" cy="2376936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7" name="Shape 204"/>
          <p:cNvSpPr/>
          <p:nvPr/>
        </p:nvSpPr>
        <p:spPr>
          <a:xfrm>
            <a:off x="5656267" y="3912695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 205"/>
          <p:cNvSpPr/>
          <p:nvPr/>
        </p:nvSpPr>
        <p:spPr>
          <a:xfrm>
            <a:off x="6075706" y="391115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Title 6"/>
          <p:cNvSpPr>
            <a:spLocks noGrp="1"/>
          </p:cNvSpPr>
          <p:nvPr>
            <p:ph type="title"/>
          </p:nvPr>
        </p:nvSpPr>
        <p:spPr>
          <a:xfrm>
            <a:off x="1620609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The Tall Glass Building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5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555750"/>
            <a:ext cx="5226050" cy="254437"/>
          </a:xfrm>
        </p:spPr>
        <p:txBody>
          <a:bodyPr/>
          <a:lstStyle/>
          <a:p>
            <a:r>
              <a:rPr lang="en-US" b="1" dirty="0"/>
              <a:t>Describing </a:t>
            </a:r>
            <a:r>
              <a:rPr lang="en-US" b="1" dirty="0" smtClean="0"/>
              <a:t>Things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466430" y="1825888"/>
            <a:ext cx="40745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When you describe a thing, you use adjectives.</a:t>
            </a:r>
          </a:p>
          <a:p>
            <a:r>
              <a:rPr lang="en-US" sz="1000" dirty="0"/>
              <a:t>Adjectives tell you what a thing looks like.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680633"/>
              </p:ext>
            </p:extLst>
          </p:nvPr>
        </p:nvGraphicFramePr>
        <p:xfrm>
          <a:off x="590073" y="2527349"/>
          <a:ext cx="5131073" cy="2069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9025"/>
                <a:gridCol w="2532048"/>
              </a:tblGrid>
              <a:tr h="278887">
                <a:tc>
                  <a:txBody>
                    <a:bodyPr/>
                    <a:lstStyle/>
                    <a:p>
                      <a:r>
                        <a:rPr lang="en-US" sz="1000" b="1" dirty="0"/>
                        <a:t>Adjective(s)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Example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78887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modern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 modern building </a:t>
                      </a:r>
                      <a:endParaRPr lang="en-US" sz="1000" dirty="0"/>
                    </a:p>
                  </a:txBody>
                  <a:tcPr/>
                </a:tc>
              </a:tr>
              <a:tr h="278887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colored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colored windows </a:t>
                      </a:r>
                      <a:endParaRPr lang="en-US" sz="1000" dirty="0"/>
                    </a:p>
                  </a:txBody>
                  <a:tcPr/>
                </a:tc>
              </a:tr>
              <a:tr h="278887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concrete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 concrete building </a:t>
                      </a:r>
                      <a:endParaRPr lang="en-US" sz="1000" dirty="0"/>
                    </a:p>
                  </a:txBody>
                  <a:tcPr/>
                </a:tc>
              </a:tr>
              <a:tr h="278887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shopping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 shopping mall </a:t>
                      </a:r>
                      <a:endParaRPr lang="en-US" sz="1000" dirty="0"/>
                    </a:p>
                  </a:txBody>
                  <a:tcPr/>
                </a:tc>
              </a:tr>
              <a:tr h="2990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shopping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 shopping area </a:t>
                      </a:r>
                      <a:endParaRPr lang="en-US" sz="1000" dirty="0"/>
                    </a:p>
                  </a:txBody>
                  <a:tcPr/>
                </a:tc>
              </a:tr>
              <a:tr h="278887">
                <a:tc>
                  <a:txBody>
                    <a:bodyPr/>
                    <a:lstStyle/>
                    <a:p>
                      <a:r>
                        <a:rPr lang="en-US" sz="1000"/>
                        <a:t>steel and glass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 steel and glass building 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5339" y="4928577"/>
            <a:ext cx="58396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This </a:t>
            </a:r>
            <a:r>
              <a:rPr lang="en-US" sz="1000" dirty="0"/>
              <a:t>is our new modern shopping </a:t>
            </a:r>
            <a:r>
              <a:rPr lang="en-US" sz="1000" dirty="0" smtClean="0"/>
              <a:t>center.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It </a:t>
            </a:r>
            <a:r>
              <a:rPr lang="en-US" sz="1000" dirty="0"/>
              <a:t>is a concrete </a:t>
            </a:r>
            <a:r>
              <a:rPr lang="en-US" sz="1000" dirty="0" smtClean="0"/>
              <a:t>tower.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The steel and </a:t>
            </a:r>
            <a:r>
              <a:rPr lang="en-US" sz="1000" dirty="0"/>
              <a:t>glass shop is interesting.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485" y="5978398"/>
            <a:ext cx="33714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Prepositions </a:t>
            </a:r>
            <a:r>
              <a:rPr lang="en-US" sz="1000" b="1" dirty="0"/>
              <a:t>of Place</a:t>
            </a:r>
          </a:p>
          <a:p>
            <a:endParaRPr lang="en-US" sz="1000" dirty="0"/>
          </a:p>
          <a:p>
            <a:r>
              <a:rPr lang="en-US" sz="1000" dirty="0"/>
              <a:t>You use prepositions of place to say where things are in a place.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350481"/>
              </p:ext>
            </p:extLst>
          </p:nvPr>
        </p:nvGraphicFramePr>
        <p:xfrm>
          <a:off x="4103518" y="6274222"/>
          <a:ext cx="2297404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2986"/>
                <a:gridCol w="1134418"/>
              </a:tblGrid>
              <a:tr h="236092">
                <a:tc>
                  <a:txBody>
                    <a:bodyPr/>
                    <a:lstStyle/>
                    <a:p>
                      <a:r>
                        <a:rPr lang="en-US" sz="1000" b="1"/>
                        <a:t>Preposition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Example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36092">
                <a:tc>
                  <a:txBody>
                    <a:bodyPr/>
                    <a:lstStyle/>
                    <a:p>
                      <a:r>
                        <a:rPr lang="en-US" sz="1000"/>
                        <a:t>in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 the building</a:t>
                      </a:r>
                    </a:p>
                  </a:txBody>
                  <a:tcPr anchor="ctr"/>
                </a:tc>
              </a:tr>
              <a:tr h="23609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in the ceiling</a:t>
                      </a:r>
                      <a:endParaRPr lang="en-US" sz="1000" dirty="0"/>
                    </a:p>
                  </a:txBody>
                  <a:tcPr/>
                </a:tc>
              </a:tr>
              <a:tr h="236092">
                <a:tc>
                  <a:txBody>
                    <a:bodyPr/>
                    <a:lstStyle/>
                    <a:p>
                      <a:r>
                        <a:rPr lang="en-US" sz="1000" dirty="0"/>
                        <a:t>at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at the juice bar </a:t>
                      </a:r>
                    </a:p>
                  </a:txBody>
                  <a:tcPr anchor="ctr"/>
                </a:tc>
              </a:tr>
              <a:tr h="236092">
                <a:tc>
                  <a:txBody>
                    <a:bodyPr/>
                    <a:lstStyle/>
                    <a:p>
                      <a:r>
                        <a:rPr lang="en-US" sz="1000"/>
                        <a:t>down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down the hall</a:t>
                      </a:r>
                    </a:p>
                  </a:txBody>
                  <a:tcPr anchor="ctr"/>
                </a:tc>
              </a:tr>
              <a:tr h="236092">
                <a:tc>
                  <a:txBody>
                    <a:bodyPr/>
                    <a:lstStyle/>
                    <a:p>
                      <a:r>
                        <a:rPr lang="en-US" sz="1000"/>
                        <a:t>next 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next to Tom</a:t>
                      </a:r>
                    </a:p>
                  </a:txBody>
                  <a:tcPr anchor="ctr"/>
                </a:tc>
              </a:tr>
              <a:tr h="236092">
                <a:tc>
                  <a:txBody>
                    <a:bodyPr/>
                    <a:lstStyle/>
                    <a:p>
                      <a:r>
                        <a:rPr lang="en-US" sz="1000"/>
                        <a:t>across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across the street 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7235" y="6901011"/>
            <a:ext cx="3429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There </a:t>
            </a:r>
            <a:r>
              <a:rPr lang="en-US" sz="1000" dirty="0"/>
              <a:t>are colored windows in the </a:t>
            </a:r>
            <a:r>
              <a:rPr lang="en-US" sz="1000" dirty="0" smtClean="0"/>
              <a:t>ceiling.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Sit </a:t>
            </a:r>
            <a:r>
              <a:rPr lang="en-US" sz="1000" dirty="0"/>
              <a:t>next to </a:t>
            </a:r>
            <a:r>
              <a:rPr lang="en-US" sz="1000" dirty="0" smtClean="0"/>
              <a:t>Tom.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The </a:t>
            </a:r>
            <a:r>
              <a:rPr lang="en-US" sz="1000" dirty="0"/>
              <a:t>shop is down the </a:t>
            </a:r>
            <a:r>
              <a:rPr lang="en-US" sz="1000" dirty="0" smtClean="0"/>
              <a:t>hall.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He’s </a:t>
            </a:r>
            <a:r>
              <a:rPr lang="en-US" sz="1000" dirty="0"/>
              <a:t>at the juice </a:t>
            </a:r>
            <a:r>
              <a:rPr lang="en-US" sz="1000" dirty="0" smtClean="0"/>
              <a:t>bar.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The </a:t>
            </a:r>
            <a:r>
              <a:rPr lang="en-US" sz="1000" dirty="0"/>
              <a:t>building is across the street.</a:t>
            </a:r>
          </a:p>
        </p:txBody>
      </p:sp>
      <p:sp>
        <p:nvSpPr>
          <p:cNvPr id="12" name="Title 6"/>
          <p:cNvSpPr>
            <a:spLocks noGrp="1"/>
          </p:cNvSpPr>
          <p:nvPr>
            <p:ph type="title"/>
          </p:nvPr>
        </p:nvSpPr>
        <p:spPr>
          <a:xfrm>
            <a:off x="1620609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The Tall Glass Building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47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615</Words>
  <Application>Microsoft Macintosh PowerPoint</Application>
  <PresentationFormat>On-screen Show (4:3)</PresentationFormat>
  <Paragraphs>109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The Tall Glass Building</vt:lpstr>
      <vt:lpstr>The Tall Glass Building</vt:lpstr>
      <vt:lpstr>The Tall Glass Building</vt:lpstr>
      <vt:lpstr>The Tall Glass Building</vt:lpstr>
      <vt:lpstr>The Tall Glass Building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151</cp:revision>
  <cp:lastPrinted>2015-07-16T15:48:24Z</cp:lastPrinted>
  <dcterms:created xsi:type="dcterms:W3CDTF">2015-07-06T14:08:02Z</dcterms:created>
  <dcterms:modified xsi:type="dcterms:W3CDTF">2015-09-15T16:43:11Z</dcterms:modified>
</cp:coreProperties>
</file>